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a6ccf2ac1d48ce" /><Relationship Type="http://schemas.openxmlformats.org/officeDocument/2006/relationships/extended-properties" Target="/docProps/app.xml" Id="R9857cf636d8a4cd2" /><Relationship Type="http://schemas.openxmlformats.org/officeDocument/2006/relationships/officeDocument" Target="/ppt/presentation.xml" Id="Rf70152abb6c945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55f5c4a530476a"/>
  </p:sldMasterIdLst>
  <p:notesMasterIdLst>
    <p:notesMasterId xmlns:r="http://schemas.openxmlformats.org/officeDocument/2006/relationships" r:id="Ra96c6a4509c74cfb"/>
  </p:notesMasterIdLst>
  <p:sldIdLst>
    <p:sldId xmlns:r="http://schemas.openxmlformats.org/officeDocument/2006/relationships" id="256" r:id="Rdbacbaa27f1d4ab4"/>
    <p:sldId xmlns:r="http://schemas.openxmlformats.org/officeDocument/2006/relationships" id="257" r:id="Ra5575241ab6f43e9"/>
    <p:sldId xmlns:r="http://schemas.openxmlformats.org/officeDocument/2006/relationships" id="258" r:id="Rc7bfc77f671041bb"/>
    <p:sldId xmlns:r="http://schemas.openxmlformats.org/officeDocument/2006/relationships" id="259" r:id="R1da71a29f4694048"/>
    <p:sldId xmlns:r="http://schemas.openxmlformats.org/officeDocument/2006/relationships" id="260" r:id="R6b6e696145f042c2"/>
    <p:sldId xmlns:r="http://schemas.openxmlformats.org/officeDocument/2006/relationships" id="261" r:id="Rdfcbdc2ad78b43b5"/>
    <p:sldId xmlns:r="http://schemas.openxmlformats.org/officeDocument/2006/relationships" id="262" r:id="R13d99ff35b6c4439"/>
    <p:sldId xmlns:r="http://schemas.openxmlformats.org/officeDocument/2006/relationships" id="263" r:id="R4a38621e6c754d55"/>
    <p:sldId xmlns:r="http://schemas.openxmlformats.org/officeDocument/2006/relationships" id="264" r:id="Ra208aeb081f64c27"/>
    <p:sldId xmlns:r="http://schemas.openxmlformats.org/officeDocument/2006/relationships" id="265" r:id="R06a27245ada74f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40a08296f84c26" /><Relationship Type="http://schemas.openxmlformats.org/officeDocument/2006/relationships/slideMaster" Target="/ppt/slideMasters/slideMaster1.xml" Id="Rbf55f5c4a530476a" /><Relationship Type="http://schemas.openxmlformats.org/officeDocument/2006/relationships/notesMaster" Target="/ppt/notesMasters/notesMaster1.xml" Id="Ra96c6a4509c74cfb" /><Relationship Type="http://schemas.openxmlformats.org/officeDocument/2006/relationships/presProps" Target="/ppt/presProps.xml" Id="Rb738792ff34a4e65" /><Relationship Type="http://schemas.openxmlformats.org/officeDocument/2006/relationships/tableStyles" Target="/ppt/tableStyles.xml" Id="R9b3db490c4294183" /><Relationship Type="http://schemas.openxmlformats.org/officeDocument/2006/relationships/slide" Target="/ppt/slides/slide1.xml" Id="Rdbacbaa27f1d4ab4" /><Relationship Type="http://schemas.openxmlformats.org/officeDocument/2006/relationships/slide" Target="/ppt/slides/slide2.xml" Id="Ra5575241ab6f43e9" /><Relationship Type="http://schemas.openxmlformats.org/officeDocument/2006/relationships/slide" Target="/ppt/slides/slide3.xml" Id="Rc7bfc77f671041bb" /><Relationship Type="http://schemas.openxmlformats.org/officeDocument/2006/relationships/slide" Target="/ppt/slides/slide4.xml" Id="R1da71a29f4694048" /><Relationship Type="http://schemas.openxmlformats.org/officeDocument/2006/relationships/slide" Target="/ppt/slides/slide5.xml" Id="R6b6e696145f042c2" /><Relationship Type="http://schemas.openxmlformats.org/officeDocument/2006/relationships/slide" Target="/ppt/slides/slide6.xml" Id="Rdfcbdc2ad78b43b5" /><Relationship Type="http://schemas.openxmlformats.org/officeDocument/2006/relationships/slide" Target="/ppt/slides/slide7.xml" Id="R13d99ff35b6c4439" /><Relationship Type="http://schemas.openxmlformats.org/officeDocument/2006/relationships/slide" Target="/ppt/slides/slide8.xml" Id="R4a38621e6c754d55" /><Relationship Type="http://schemas.openxmlformats.org/officeDocument/2006/relationships/slide" Target="/ppt/slides/slide9.xml" Id="Ra208aeb081f64c27" /><Relationship Type="http://schemas.openxmlformats.org/officeDocument/2006/relationships/slide" Target="/ppt/slides/slide10.xml" Id="R06a27245ada74f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aa8d6a571342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db21f855ef438c" /><Relationship Type="http://schemas.openxmlformats.org/officeDocument/2006/relationships/notesMaster" Target="/ppt/notesMasters/notesMaster1.xml" Id="R66dee1782fcb4d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f0970a4c374699" /><Relationship Type="http://schemas.openxmlformats.org/officeDocument/2006/relationships/notesMaster" Target="/ppt/notesMasters/notesMaster1.xml" Id="R3a7c9640287b4d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232e077cb34ae6" /><Relationship Type="http://schemas.openxmlformats.org/officeDocument/2006/relationships/notesMaster" Target="/ppt/notesMasters/notesMaster1.xml" Id="Rb54e416b01eb42a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e5a48b82a14d68" /><Relationship Type="http://schemas.openxmlformats.org/officeDocument/2006/relationships/notesMaster" Target="/ppt/notesMasters/notesMaster1.xml" Id="Ra398ff75a0744f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ac3f066e9645ae" /><Relationship Type="http://schemas.openxmlformats.org/officeDocument/2006/relationships/notesMaster" Target="/ppt/notesMasters/notesMaster1.xml" Id="Redfbc61095b04f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b3c77013474c5b" /><Relationship Type="http://schemas.openxmlformats.org/officeDocument/2006/relationships/notesMaster" Target="/ppt/notesMasters/notesMaster1.xml" Id="R518d8b567a2b42a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23e1bbc9165488b" /><Relationship Type="http://schemas.openxmlformats.org/officeDocument/2006/relationships/notesMaster" Target="/ppt/notesMasters/notesMaster1.xml" Id="R798c2f5abcb441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9d0abcc9af4c54" /><Relationship Type="http://schemas.openxmlformats.org/officeDocument/2006/relationships/notesMaster" Target="/ppt/notesMasters/notesMaster1.xml" Id="R0ba7ca495a404ed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41cf3cbd68a4ee7" /><Relationship Type="http://schemas.openxmlformats.org/officeDocument/2006/relationships/notesMaster" Target="/ppt/notesMasters/notesMaster1.xml" Id="R600d2413b5d04a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c4772dfdb3c4fcd" /><Relationship Type="http://schemas.openxmlformats.org/officeDocument/2006/relationships/notesMaster" Target="/ppt/notesMasters/notesMaster1.xml" Id="Rc83b88503a404b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workshop/00-start-here.md. App download links appear on the slide. Current desktop app setup: https://learn.chatgpt.com/docs/quickstart.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https://learn.chatgpt.com/docs/computer-use and https://learn.chatgpt.com/docs/browser#developer-mode. Incident: Sebastien Guillemot, 26 August 2026, https://x.com/SebastienGllmt/status/2092634841863123047. Original X post read in the Codex built-in browser on 28 September 2026. This is the author's report of home-directory deletion during a Claude/Fable coding task. The thread also describes recovering files from Git and other copies. Do not characterize it as a verified whole-disk wipe or a failure of browser CDP. Full CDP and command Full Access are separate permissions. Screenshot includes the complete original post, attachment, timestamp and reactions; browser navigation and replies are outside the slide crop. Smiling emoji: Twemoji by Twitter and contributors, CC BY 4.0, https://github.com/twitter/twemoji.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workshop/00-start-here.md. Screenshot: workshop/assets/codex-computer-use-marked-2026-09-23.png. The instructions describe the settings shown in the teaching screenshot.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workshop/00-start-here.md. Screenshot: workshop/assets/codex-chrome-cdp-marked-2026-09-23.png.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workshop/00-start-here.md. Screenshot: workshop/assets/codex-zotero-connector-installed-marked-2026-09-23.png. Extension: https://chromewebstore.google.com/detail/zotero-connector/ekhagklcjbdpajgpjgmbionohlpdbjgc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instructor: Screenshot 2026-09-28 at 18.00.10.png. Source: https://www.zotero.org/support/dev/web_api/v3/local_api. The original screenshot is preserved; the SVG adds red outlines and crops unrelated settings.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workshop/00-start-here.md. Repository: https://github.com/Alias-z/agentic-researcher-psc. The bundled skill-installer accepts multiple repository paths and makes skills available on the next turn. If the first two skills are already installed, ask to install only skills/paper-reading. Skills can be requested by name: https://learn.chatgpt.com/docs/skills-and-plugins.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instructor: Screenshot 2026-09-28 at 19.08.39.png. Plugin installation: https://learn.chatgpt.com/docs/plugins. Reading and citation capabilities were checked against the installed Zotero 0.1.2 skill and helper. The plugin provides general library searches and citation exports. paper-reading includes its own local API helper. The original screenshot is preserved; the SVG adds red outlines and crops the recent chat list.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skills/paper-reading/SKILL.md and workshop/00-start-here.md. One Markdown source file per paper; a generated HTML child note sits beside the PDF under that paper in Zotero. The HTML copy links to the Markdown source. The file remains in the chosen writing/notes folder, or task deliverables. Zotero searches generated note text by keyword. The Markdown file itself is not uploaded by its link. Refresh the Zotero copy after manual edits; there is no background synchronization. Local API writes require Zotero 10+ and application authorization: https://www.zotero.org/support/dev/web_api/v3/local_api.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workshop/01-literature-to-zotero.md, sections 3–5. These are example prompts; replace bracketed text. Read a paper first and inspect its saved note. Only approve content after checking it against the original paper. Unreviewed notes remain usable with their status stated; ask for reviewed-only evidence when desired. Discussion uses keyword retrieval plus original evidence, and newly read findings are saved back to 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c1751851924a0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481b3c901a49d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e7259996d74e9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d9331620f942d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f66504aeb6419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402293b2bd45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2E1CF1A-7902-47F2-BE90-C5356459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C3F1BA7-F7A2-4E83-8977-5E6AD2A25A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2B5433C-61FD-4E4D-BE45-282CDB96AC3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7391AE0-1683-4168-AAA6-7AB63662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880530F-5229-4E7F-BD56-8A78F3BEF3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10B5149-5C7B-4B2A-8CE2-955373BA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46D283B-6D33-4CA4-B68D-47B2BD93B7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06FC522C-F861-4634-BCCE-FEE56F86CB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969F048-4BD2-4F99-92EB-787F87D6C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4F94A7E-4C73-4229-B227-7316C968C8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C98D008-0BDF-4D76-BF2E-33CB88E0DD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A2F8E8D-A435-43F5-9782-9B8227DAC18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6C6638E-98F9-413E-9817-80D7C231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679147E-4D85-4565-99FB-2AA17C01D9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18157B5-0A52-4F1D-985A-3943D13B25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e07443dfb74e94" /><Relationship Type="http://schemas.openxmlformats.org/officeDocument/2006/relationships/slideLayout" Target="/ppt/slideLayouts/slideLayout1.xml" Id="Rd74f8eb281ac4a11" /><Relationship Type="http://schemas.openxmlformats.org/officeDocument/2006/relationships/slideLayout" Target="/ppt/slideLayouts/slideLayout2.xml" Id="Rafe7c86664e648eb" /><Relationship Type="http://schemas.openxmlformats.org/officeDocument/2006/relationships/slideLayout" Target="/ppt/slideLayouts/slideLayout3.xml" Id="Rfb34c045fee74f74" /><Relationship Type="http://schemas.openxmlformats.org/officeDocument/2006/relationships/slideLayout" Target="/ppt/slideLayouts/slideLayout4.xml" Id="R8cbb85a93c1e4932" /><Relationship Type="http://schemas.openxmlformats.org/officeDocument/2006/relationships/slideLayout" Target="/ppt/slideLayouts/slideLayout5.xml" Id="Rc1dd825e06f24f44" /><Relationship Type="http://schemas.openxmlformats.org/officeDocument/2006/relationships/slideLayout" Target="/ppt/slideLayouts/slideLayout6.xml" Id="Rf3a28c46637046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4f8eb281ac4a11"/>
    <p:sldLayoutId xmlns:r="http://schemas.openxmlformats.org/officeDocument/2006/relationships" id="2147483650" r:id="Rafe7c86664e648eb"/>
    <p:sldLayoutId xmlns:r="http://schemas.openxmlformats.org/officeDocument/2006/relationships" id="2147483651" r:id="Rfb34c045fee74f74"/>
    <p:sldLayoutId xmlns:r="http://schemas.openxmlformats.org/officeDocument/2006/relationships" id="2147483652" r:id="R8cbb85a93c1e4932"/>
    <p:sldLayoutId xmlns:r="http://schemas.openxmlformats.org/officeDocument/2006/relationships" id="2147483653" r:id="Rc1dd825e06f24f44"/>
    <p:sldLayoutId xmlns:r="http://schemas.openxmlformats.org/officeDocument/2006/relationships" id="2147483654" r:id="Rf3a28c46637046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6e6942b7a348bf" /><Relationship Type="http://schemas.openxmlformats.org/officeDocument/2006/relationships/hyperlink" Target="https://chatgpt.com/download/" TargetMode="External" Id="R3dcec3ce070c4de3" /><Relationship Type="http://schemas.openxmlformats.org/officeDocument/2006/relationships/hyperlink" Target="https://www.google.com/chrome/" TargetMode="External" Id="R5a0d37d1fec04f19" /><Relationship Type="http://schemas.openxmlformats.org/officeDocument/2006/relationships/hyperlink" Target="https://www.zotero.org/download/" TargetMode="External" Id="R1c3d1a47a03c42bf" /><Relationship Type="http://schemas.openxmlformats.org/officeDocument/2006/relationships/notesSlide" Target="/ppt/notesSlides/notesSlide1.xml" Id="Rce61aa3d454d4f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53d26c8a054b65" /><Relationship Type="http://schemas.openxmlformats.org/officeDocument/2006/relationships/image" Target="/ppt/media/image.png" Id="R74ff459d5dd046e8" /><Relationship Type="http://schemas.openxmlformats.org/officeDocument/2006/relationships/image" Target="/ppt/media/image.svg" Id="R356b0674da794d71" /><Relationship Type="http://schemas.openxmlformats.org/officeDocument/2006/relationships/image" Target="/ppt/media/image.jpeg" Id="R1b6ccbf8131444fa" /><Relationship Type="http://schemas.openxmlformats.org/officeDocument/2006/relationships/notesSlide" Target="/ppt/notesSlides/notesSlide2.xml" Id="R2577b6f00e2f49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0b92267ae94097" /><Relationship Type="http://schemas.openxmlformats.org/officeDocument/2006/relationships/image" Target="/ppt/media/image2.png" Id="Rada1a95e727b43c1" /><Relationship Type="http://schemas.openxmlformats.org/officeDocument/2006/relationships/notesSlide" Target="/ppt/notesSlides/notesSlide3.xml" Id="Rbc8f46aaa5034a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410e686f9b4985" /><Relationship Type="http://schemas.openxmlformats.org/officeDocument/2006/relationships/image" Target="/ppt/media/image3.png" Id="Rc699e8c335af4e8f" /><Relationship Type="http://schemas.openxmlformats.org/officeDocument/2006/relationships/notesSlide" Target="/ppt/notesSlides/notesSlide4.xml" Id="R0ca6632558c14c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d1e765a9514313" /><Relationship Type="http://schemas.openxmlformats.org/officeDocument/2006/relationships/image" Target="/ppt/media/image4.png" Id="R478e3cdb2cc5457d" /><Relationship Type="http://schemas.openxmlformats.org/officeDocument/2006/relationships/notesSlide" Target="/ppt/notesSlides/notesSlide5.xml" Id="Rf2057e660a9f44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ee6a6797294ab0" /><Relationship Type="http://schemas.openxmlformats.org/officeDocument/2006/relationships/image" Target="/ppt/media/image5.png" Id="R8fe53525ebeb4c74" /><Relationship Type="http://schemas.openxmlformats.org/officeDocument/2006/relationships/image" Target="/ppt/media/image2.svg" Id="Rf9e3da08498a4c0d" /><Relationship Type="http://schemas.openxmlformats.org/officeDocument/2006/relationships/notesSlide" Target="/ppt/notesSlides/notesSlide6.xml" Id="Rf76d71d1f419434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1a6d94ed4545f5" /><Relationship Type="http://schemas.openxmlformats.org/officeDocument/2006/relationships/hyperlink" Target="https://github.com/Alias-z/agentic-researcher-psc" TargetMode="External" Id="R63352c1fee884419" /><Relationship Type="http://schemas.openxmlformats.org/officeDocument/2006/relationships/notesSlide" Target="/ppt/notesSlides/notesSlide7.xml" Id="Reea4ff4f27ca47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8eb9a867544cf4" /><Relationship Type="http://schemas.openxmlformats.org/officeDocument/2006/relationships/image" Target="/ppt/media/image6.png" Id="Rc26e4c4355bc4e60" /><Relationship Type="http://schemas.openxmlformats.org/officeDocument/2006/relationships/image" Target="/ppt/media/image3.svg" Id="Rb2c0a5eeb4c84690" /><Relationship Type="http://schemas.openxmlformats.org/officeDocument/2006/relationships/notesSlide" Target="/ppt/notesSlides/notesSlide8.xml" Id="Rc64d3f65bbe940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eaa2ba60694b41" /><Relationship Type="http://schemas.openxmlformats.org/officeDocument/2006/relationships/notesSlide" Target="/ppt/notesSlides/notesSlide9.xml" Id="Ra3bbd3cfc533481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523ad136b64a86" /><Relationship Type="http://schemas.openxmlformats.org/officeDocument/2006/relationships/hyperlink" Target="https://github.com/Alias-z/agentic-researcher-psc/blob/main/workshop/01-literature-to-zotero.md" TargetMode="External" Id="R616fdd40a1a44905" /><Relationship Type="http://schemas.openxmlformats.org/officeDocument/2006/relationships/notesSlide" Target="/ppt/notesSlides/notesSlide10.xml" Id="Rc00dada1c6fe450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AE8F7F-F9E3-417F-92E3-9E5F8286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Setup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2B294-1AED-4C5F-A08B-116DEF3F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BD7248-60BA-4154-804E-DE5723DD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Install and open these apps.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602D6-9B18-48C3-B63C-25BCFCD1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8DB5A-556E-4CC9-B0FE-26F5EFDD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4310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47477"/>
                </a:solidFill>
                <a:latin typeface="Arial"/>
                <a:ea typeface="Arial"/>
                <a:cs typeface="Arial"/>
                <a:hlinkClick xmlns:r="http://schemas.openxmlformats.org/officeDocument/2006/relationships" r:id="R3dcec3ce070c4de3"/>
              </a:rPr>
              <a:t>chatgpt.com/download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98EE7-91DE-4E7A-A081-C47B1092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0030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Open the desktop app, sign in, and select Codex.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B5F882-CC20-4559-8921-70161C9B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Google Chrome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1E68B5-F725-477E-8687-95ABDFB0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228975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47477"/>
                </a:solidFill>
                <a:latin typeface="Arial"/>
                <a:ea typeface="Arial"/>
                <a:cs typeface="Arial"/>
                <a:hlinkClick xmlns:r="http://schemas.openxmlformats.org/officeDocument/2006/relationships" r:id="R5a0d37d1fec04f19"/>
              </a:rPr>
              <a:t>google.com/chrome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C5DF4C-00D3-4770-8197-073E09E2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686175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Install Chrome and open it once.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82F392-EABA-4C9F-87B2-59E47B26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Zotero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6BE94-2319-4805-BCA6-9E44593C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1485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47477"/>
                </a:solidFill>
                <a:latin typeface="Arial"/>
                <a:ea typeface="Arial"/>
                <a:cs typeface="Arial"/>
                <a:hlinkClick xmlns:r="http://schemas.openxmlformats.org/officeDocument/2006/relationships" r:id="R1c3d1a47a03c42bf"/>
              </a:rPr>
              <a:t>zotero.org/download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B969AC-4A24-4B21-81A4-B8A810B9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97205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Open Zotero 10+ to save reading notes.</a:t>
            </a:r>
          </a:p>
        </p:txBody>
      </p:sp>
    </p:spTree>
    <p:extLst>
      <p:ext uri="{BB962C8B-B14F-4D97-AF65-F5344CB8AC3E}">
        <p14:creationId xmlns:p14="http://schemas.microsoft.com/office/powerpoint/2010/main" val="4415119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550415-F8E9-4155-8AA2-913EA23B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571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Be careful when giving AI</a:t>
            </a:r>
          </a:p>
          <a:p xmlns:a="http://schemas.openxmlformats.org/drawingml/2006/main">
            <a:pPr algn="l">
              <a:defRPr sz="30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access to your computer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E430CD-F8C2-463F-942B-67227A78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E30DD9-2BBF-41FD-8BE2-2EE1C381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619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Consider what information and files</a:t>
            </a:r>
          </a:p>
          <a:p xmlns:a="http://schemas.openxmlformats.org/drawingml/2006/main">
            <a:pPr algn="l">
              <a:defRPr sz="210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the AI can access.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1303F-2624-4119-8C80-1A3FBF3A4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6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B9770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0">
                <a:solidFill>
                  <a:srgbClr val="B97700"/>
                </a:solidFill>
                <a:latin typeface="Arial Unicode MS"/>
                <a:ea typeface="Arial Unicode MS"/>
                <a:cs typeface="Arial Unicode MS"/>
              </a:rPr>
              <a:t>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A29AF9-2114-4F8C-9C81-8F2F1E00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19450"/>
            <a:ext cx="5238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Private information may be exposed,</a:t>
            </a:r>
          </a:p>
          <a:p xmlns:a="http://schemas.openxmlformats.org/drawingml/2006/main">
            <a:pPr algn="l">
              <a:defRPr sz="195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and files may be deleted by mistake.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8A7CDA-74BD-41A6-A45A-0989E43E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571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But don’t worry too much for this workshop.</a:t>
            </a:r>
          </a:p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We’ll only explore low-risk tasks here.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ff459d5dd046e8">
            <a:extLst>
              <a:ext uri="{96DAC541-7B7A-43D3-8B79-37D633B846F1}">
                <asvg:svgBlip xmlns:asvg="http://schemas.microsoft.com/office/drawing/2016/SVG/main" r:embed="R356b0674da794d7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5200650"/>
            <a:ext cx="247650" cy="24765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6ccbf8131444fa"/>
          <a:srcRect xmlns:a="http://schemas.openxmlformats.org/drawingml/2006/main" l="0" t="6081" r="0" b="28604"/>
          <a:stretch xmlns:a="http://schemas.openxmlformats.org/drawingml/2006/main"/>
        </p:blipFill>
        <p:spPr>
          <a:xfrm xmlns:a="http://schemas.openxmlformats.org/drawingml/2006/main">
            <a:off x="6762750" y="609600"/>
            <a:ext cx="4819650" cy="49917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5378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5A08D-9D79-402D-8A75-C296E3F8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Computer 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066FEC-6BBC-4E69-8385-F1BFD6E1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57DE95-4899-494D-8FB3-E4468D78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In Settings, search "computer use", open Computer use, and turn on Any App.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1a95e727b43c1"/>
          <a:stretch xmlns:a="http://schemas.openxmlformats.org/drawingml/2006/main"/>
        </p:blipFill>
        <p:spPr>
          <a:xfrm xmlns:a="http://schemas.openxmlformats.org/drawingml/2006/main">
            <a:off x="1195012" y="1581150"/>
            <a:ext cx="9801977" cy="471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7466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ED072-67B8-4ACE-A3A3-DAAFDDF5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Full CDP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3B7963-27E0-49A0-84D7-AA005A49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1E90C-A1B4-493B-8968-812D745A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In Settings, search "chrome" and turn on Enable full CDP access.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99e8c335af4e8f"/>
          <a:stretch xmlns:a="http://schemas.openxmlformats.org/drawingml/2006/main"/>
        </p:blipFill>
        <p:spPr>
          <a:xfrm xmlns:a="http://schemas.openxmlformats.org/drawingml/2006/main">
            <a:off x="1675115" y="1485900"/>
            <a:ext cx="8841769" cy="4810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321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817F2E-85C6-4C31-AA4A-89490FF2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Zotero Connector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544B9D-FE62-4556-8E5C-DD775081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BCDFBA-721A-42F1-8BF4-D8417600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In Codex’s browser, open Chrome Web Store and install Zotero Connector.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8e3cdb2cc5457d"/>
          <a:stretch xmlns:a="http://schemas.openxmlformats.org/drawingml/2006/main"/>
        </p:blipFill>
        <p:spPr>
          <a:xfrm xmlns:a="http://schemas.openxmlformats.org/drawingml/2006/main">
            <a:off x="609600" y="1657904"/>
            <a:ext cx="10972800" cy="456136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8195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0F58E7-8973-4318-93BE-959815A4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Zotero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07D973-972A-4F49-AFEA-7548A7DF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1593CC-04C2-4314-A42A-1E8CBCB4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In Zotero Settings → Advanced, enable the highlighted option.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53525ebeb4c74">
            <a:extLst>
              <a:ext uri="{96DAC541-7B7A-43D3-8B79-37D633B846F1}">
                <asvg:svgBlip xmlns:asvg="http://schemas.microsoft.com/office/drawing/2016/SVG/main" r:embed="Rf9e3da08498a4c0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1668292"/>
            <a:ext cx="10972800" cy="392146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F4F93D-C459-4B56-9E03-4F127ED2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Keep Zotero open. Allow “Paper Reading” to save notes when Zotero asks.</a:t>
            </a:r>
          </a:p>
        </p:txBody>
      </p:sp>
    </p:spTree>
    <p:extLst>
      <p:ext uri="{BB962C8B-B14F-4D97-AF65-F5344CB8AC3E}">
        <p14:creationId xmlns:p14="http://schemas.microsoft.com/office/powerpoint/2010/main" val="13429967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0B3642-88EF-4614-8265-C033BC2A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Skill installation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6D6513-C10A-4C79-981E-4B23FE3E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B9D62B-01C8-420B-B374-F3920885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144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In Codex, paste this request: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9B087-0988-4BE2-A615-D33FE509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3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B3C2A0-2895-47D2-A59F-EB35C641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rPr>
              <a:t>Use skill-installer to install skills/paper-search,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0CF59A-D7CF-49A2-86CE-C6417905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rPr>
              <a:t>skills/zotero-save, and skills/paper-reading from: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CA9B2E-7692-4A5E-B7AF-DF75DCC9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  <a:hlinkClick xmlns:r="http://schemas.openxmlformats.org/officeDocument/2006/relationships" r:id="R63352c1fee884419"/>
              </a:rPr>
              <a:t>https://github.com/Alias-z/agentic-researcher-psc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0A7D61-BDD9-4F56-B2AA-D9974016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9525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rPr>
              <a:t>If python3 is unavailable, use the Python executable from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64FECA-8F8B-434A-AB31-2BEFDBB4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9575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defRPr>
            </a:pPr>
            <a:r>
              <a:rPr sz="1950" b="0">
                <a:solidFill>
                  <a:srgbClr val="172C31"/>
                </a:solidFill>
                <a:latin typeface="Courier New"/>
                <a:ea typeface="Courier New"/>
                <a:cs typeface="Courier New"/>
              </a:rPr>
              <a:t>load_workspace_dependencies for the installer.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96E7CF-997C-4122-9BAA-FE389E83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Then ask to use a skill by name, for example: “Use paper-reading to read…”</a:t>
            </a:r>
          </a:p>
        </p:txBody>
      </p:sp>
    </p:spTree>
    <p:extLst>
      <p:ext uri="{BB962C8B-B14F-4D97-AF65-F5344CB8AC3E}">
        <p14:creationId xmlns:p14="http://schemas.microsoft.com/office/powerpoint/2010/main" val="13779251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D4FEE5-C55E-478A-B61C-A102ED44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Zotero plugin (optional)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26E6BD-E8BC-4FF0-AACA-24104AE1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094F1B-B193-4938-9631-9C7893D1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For citation exports, open Plugins, search "zotero", and install Zotero.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6e4c4355bc4e60">
            <a:extLst>
              <a:ext uri="{96DAC541-7B7A-43D3-8B79-37D633B846F1}">
                <asvg:svgBlip xmlns:asvg="http://schemas.microsoft.com/office/drawing/2016/SVG/main" r:embed="Rb2c0a5eeb4c8469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1722680"/>
            <a:ext cx="10972800" cy="334596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3352E-A654-4C41-877E-C2E573F7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Use the plugin for general library searches and BibTeX/citation exports.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B54087-D9D0-4B69-92E0-DA0FDD63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paper-reading can read papers and save notes without this plugin.</a:t>
            </a:r>
          </a:p>
        </p:txBody>
      </p:sp>
    </p:spTree>
    <p:extLst>
      <p:ext uri="{BB962C8B-B14F-4D97-AF65-F5344CB8AC3E}">
        <p14:creationId xmlns:p14="http://schemas.microsoft.com/office/powerpoint/2010/main" val="11552631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698B1A-3C91-48BA-99FF-068ACE56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Reading always leaves notes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4D0BF1-C68A-40A2-AAD9-6FF05F00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BE39AC-1FDC-4B3E-A379-058DCEE6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Markdown file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C6CC18-809F-44E9-B01D-5DC6E4D8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676400"/>
            <a:ext cx="7905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One editable .md file per paper in your notes folder.</a:t>
            </a:r>
          </a:p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Keep findings, evidence references, and LaTeX source together.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BD76F-A994-481D-8F66-21FFB094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Zotero copy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8825CC-E61A-404B-9938-5E2EC6F0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057525"/>
            <a:ext cx="7905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A searchable note beside the PDF under the same paper.</a:t>
            </a:r>
          </a:p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Its Markdown source link opens your editable file.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8FD28F-9956-4019-B28A-37EC62EC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Human 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DB47B8-9BC7-4830-A4E0-4FE064302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438650"/>
            <a:ext cx="7905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Saved immediately as human_reviewed: false / reading:draft.</a:t>
            </a:r>
          </a:p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Your explicit content approval changes it to reviewed.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9C8017-36B3-4950-8E55-24A21053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An agent revision returns the note to draft. Zotero’s Allow button grants write access.</a:t>
            </a:r>
          </a:p>
        </p:txBody>
      </p:sp>
    </p:spTree>
    <p:extLst>
      <p:ext uri="{BB962C8B-B14F-4D97-AF65-F5344CB8AC3E}">
        <p14:creationId xmlns:p14="http://schemas.microsoft.com/office/powerpoint/2010/main" val="191737799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5C1722-AD5D-458C-A13E-BE7DAC511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7477"/>
                </a:solidFill>
                <a:latin typeface="Arial"/>
                <a:ea typeface="Arial"/>
                <a:cs typeface="Arial"/>
              </a:rPr>
              <a:t>Try reading, review, and discussion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E0DB62-6703-4A2C-8919-2BE610CD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484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361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6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DC9B06-298F-4D43-BCF7-B3E7A20B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D3F013-062C-418B-A8F5-0169D88F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76400"/>
            <a:ext cx="8724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“Use paper-reading to read [paper] in my test collection.</a:t>
            </a:r>
          </a:p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Save its Markdown note and Zotero copy, then show me.”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2F762E-298C-490B-84C8-45AE0866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5F68F9-B2A8-4792-99E2-ECC9A385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57525"/>
            <a:ext cx="8724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After checking the note against the paper:</a:t>
            </a:r>
          </a:p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“I approve the current note for [paper]. Mark it human-reviewed.”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7965C6-5706-4DAE-9A1F-DF8F0F87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2C31"/>
                </a:solidFill>
                <a:latin typeface="Arial"/>
                <a:ea typeface="Arial"/>
                <a:cs typeface="Arial"/>
              </a:rPr>
              <a:t>Discuss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48356D-35CA-4469-9494-1DE8C9AC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38650"/>
            <a:ext cx="8724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“Search my test collection’s notes for [topic]. Discuss [question],</a:t>
            </a:r>
          </a:p>
          <a:p xmlns:a="http://schemas.openxmlformats.org/drawingml/2006/main">
            <a:pPr algn="l">
              <a:defRPr sz="1950" b="0">
                <a:solidFill>
                  <a:srgbClr val="172C3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C31"/>
                </a:solidFill>
                <a:latin typeface="Arial"/>
                <a:ea typeface="Arial"/>
                <a:cs typeface="Arial"/>
              </a:rPr>
              <a:t>cite the evidence, and state each note’s human-review status.”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90567-B219-423D-A5DD-411C283F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474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7477"/>
                </a:solidFill>
                <a:latin typeface="Arial"/>
                <a:ea typeface="Arial"/>
                <a:cs typeface="Arial"/>
                <a:hlinkClick xmlns:r="http://schemas.openxmlformats.org/officeDocument/2006/relationships" r:id="R616fdd40a1a44905"/>
              </a:rPr>
              <a:t>Full copyable prompts are in the workshop exercise guide.</a:t>
            </a:r>
          </a:p>
        </p:txBody>
      </p:sp>
    </p:spTree>
    <p:extLst>
      <p:ext uri="{BB962C8B-B14F-4D97-AF65-F5344CB8AC3E}">
        <p14:creationId xmlns:p14="http://schemas.microsoft.com/office/powerpoint/2010/main" val="20062055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2026-09-29T08:42:15.4350000Z</dcterms:created>
  <dcterms:modified xsi:type="dcterms:W3CDTF">2026-09-29T08:42:15.4350000Z</dcterms:modified>
</coreProperties>
</file>