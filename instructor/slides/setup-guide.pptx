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84f86efd7747d1" /><Relationship Type="http://schemas.openxmlformats.org/officeDocument/2006/relationships/extended-properties" Target="/docProps/app.xml" Id="Rc4dfc586a4fb414f" /><Relationship Type="http://schemas.openxmlformats.org/officeDocument/2006/relationships/officeDocument" Target="/ppt/presentation.xml" Id="Rb7a1c2fd783442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2f88dd4f554740"/>
  </p:sldMasterIdLst>
  <p:notesMasterIdLst>
    <p:notesMasterId xmlns:r="http://schemas.openxmlformats.org/officeDocument/2006/relationships" r:id="R5accfbe3120b4a77"/>
  </p:notesMasterIdLst>
  <p:sldIdLst>
    <p:sldId xmlns:r="http://schemas.openxmlformats.org/officeDocument/2006/relationships" id="256" r:id="R7b998f11f5d242c4"/>
    <p:sldId xmlns:r="http://schemas.openxmlformats.org/officeDocument/2006/relationships" id="257" r:id="R508e3a23086749ea"/>
    <p:sldId xmlns:r="http://schemas.openxmlformats.org/officeDocument/2006/relationships" id="258" r:id="Rea8a9a38604e406f"/>
    <p:sldId xmlns:r="http://schemas.openxmlformats.org/officeDocument/2006/relationships" id="259" r:id="Rc92bdf28fdfa4a1f"/>
    <p:sldId xmlns:r="http://schemas.openxmlformats.org/officeDocument/2006/relationships" id="260" r:id="Raf2a127f20624809"/>
    <p:sldId xmlns:r="http://schemas.openxmlformats.org/officeDocument/2006/relationships" id="261" r:id="R1c8b6adeec8e4e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4eaf0fa3b44cd1" /><Relationship Type="http://schemas.openxmlformats.org/officeDocument/2006/relationships/slideMaster" Target="/ppt/slideMasters/slideMaster1.xml" Id="Rd92f88dd4f554740" /><Relationship Type="http://schemas.openxmlformats.org/officeDocument/2006/relationships/notesMaster" Target="/ppt/notesMasters/notesMaster1.xml" Id="R5accfbe3120b4a77" /><Relationship Type="http://schemas.openxmlformats.org/officeDocument/2006/relationships/presProps" Target="/ppt/presProps.xml" Id="R11415ead7bab4d4d" /><Relationship Type="http://schemas.openxmlformats.org/officeDocument/2006/relationships/tableStyles" Target="/ppt/tableStyles.xml" Id="R83089222a2ba4065" /><Relationship Type="http://schemas.openxmlformats.org/officeDocument/2006/relationships/slide" Target="/ppt/slides/slide1.xml" Id="R7b998f11f5d242c4" /><Relationship Type="http://schemas.openxmlformats.org/officeDocument/2006/relationships/slide" Target="/ppt/slides/slide2.xml" Id="R508e3a23086749ea" /><Relationship Type="http://schemas.openxmlformats.org/officeDocument/2006/relationships/slide" Target="/ppt/slides/slide3.xml" Id="Rea8a9a38604e406f" /><Relationship Type="http://schemas.openxmlformats.org/officeDocument/2006/relationships/slide" Target="/ppt/slides/slide4.xml" Id="Rc92bdf28fdfa4a1f" /><Relationship Type="http://schemas.openxmlformats.org/officeDocument/2006/relationships/slide" Target="/ppt/slides/slide5.xml" Id="Raf2a127f20624809" /><Relationship Type="http://schemas.openxmlformats.org/officeDocument/2006/relationships/slide" Target="/ppt/slides/slide6.xml" Id="R1c8b6adeec8e4e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4cfdc88a4b43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356f6a094b4a9a" /><Relationship Type="http://schemas.openxmlformats.org/officeDocument/2006/relationships/notesMaster" Target="/ppt/notesMasters/notesMaster1.xml" Id="R15ea326db2d346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a1668893f548a0" /><Relationship Type="http://schemas.openxmlformats.org/officeDocument/2006/relationships/notesMaster" Target="/ppt/notesMasters/notesMaster1.xml" Id="R410cf0b19fed44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f2f23e193f4cc6" /><Relationship Type="http://schemas.openxmlformats.org/officeDocument/2006/relationships/notesMaster" Target="/ppt/notesMasters/notesMaster1.xml" Id="Rfea7b682e92847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8e9c580b4742a4" /><Relationship Type="http://schemas.openxmlformats.org/officeDocument/2006/relationships/notesMaster" Target="/ppt/notesMasters/notesMaster1.xml" Id="R0af631909ac545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8119bbc5f9403f" /><Relationship Type="http://schemas.openxmlformats.org/officeDocument/2006/relationships/notesMaster" Target="/ppt/notesMasters/notesMaster1.xml" Id="R2caca1b4671042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9a03eb3f384b56" /><Relationship Type="http://schemas.openxmlformats.org/officeDocument/2006/relationships/notesMaster" Target="/ppt/notesMasters/notesMaster1.xml" Id="R1d1534e16aac46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App download links appear on the slide. Current desktop app setup: https://learn.chatgpt.com/docs/quickstart.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https://learn.chatgpt.com/docs/computer-use and https://learn.chatgpt.com/docs/browser#developer-mode. Incident: Sebastien Guillemot, 26 August 2026, https://x.com/SebastienGllmt/status/2092634841863123047. Original X post read in the Codex built-in browser on 28 September 2026. This is the author's report of home-directory deletion during a Claude/Fable coding task. The thread also describes recovering files from Git and other copies. Do not characterize it as a verified whole-disk wipe or a failure of browser CDP. Full CDP and command Full Access are separate permissions. Screenshot includes the complete original post, attachment, timestamp and reactions; browser navigation and replies are outside the slide crop. Smiling emoji: Twemoji by Twitter and contributors, CC BY 4.0, https://github.com/twitter/twemoji.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Screenshot: workshop/assets/codex-computer-use-marked-2026-09-23.png. The instructions describe the settings shown in the teaching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Screenshot: workshop/assets/codex-chrome-cdp-marked-2026-09-23.png.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Screenshot: workshop/assets/codex-zotero-connector-installed-marked-2026-09-23.png. Extension: https://chromewebstore.google.com/detail/zotero-connector/ekhagklcjbdpajgpjgmbionohlpdbjgc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Repository: https://github.com/Alias-z/agentic-researcher-psc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8853d3e65049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5627ec28e84caa" /><Relationship Type="http://schemas.openxmlformats.org/officeDocument/2006/relationships/slideLayout" Target="/ppt/slideLayouts/slideLayout1.xml" Id="R13261d22889d40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261d22889d40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590389214470b" /><Relationship Type="http://schemas.openxmlformats.org/officeDocument/2006/relationships/hyperlink" Target="https://chatgpt.com/download/" TargetMode="External" Id="R325c2c606aff43e3" /><Relationship Type="http://schemas.openxmlformats.org/officeDocument/2006/relationships/hyperlink" Target="https://www.google.com/chrome/" TargetMode="External" Id="R6a1c6ddcc1e3437a" /><Relationship Type="http://schemas.openxmlformats.org/officeDocument/2006/relationships/hyperlink" Target="https://www.zotero.org/download/" TargetMode="External" Id="R94c8fd4a267844df" /><Relationship Type="http://schemas.openxmlformats.org/officeDocument/2006/relationships/notesSlide" Target="/ppt/notesSlides/notesSlide1.xml" Id="Rbcc86c3354bf40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1bce7206714b67" /><Relationship Type="http://schemas.openxmlformats.org/officeDocument/2006/relationships/image" Target="/ppt/media/image.png" Id="R8fe2ab6fc9fc4d72" /><Relationship Type="http://schemas.openxmlformats.org/officeDocument/2006/relationships/image" Target="/ppt/media/image.svg" Id="R821d668af42c4cbf" /><Relationship Type="http://schemas.openxmlformats.org/officeDocument/2006/relationships/image" Target="/ppt/media/image.jpeg" Id="Rf0853b5aa210475d" /><Relationship Type="http://schemas.openxmlformats.org/officeDocument/2006/relationships/notesSlide" Target="/ppt/notesSlides/notesSlide2.xml" Id="R71273f1c5a774b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0e444ea3949b7" /><Relationship Type="http://schemas.openxmlformats.org/officeDocument/2006/relationships/image" Target="/ppt/media/image2.png" Id="Re2f8081d9cd84db4" /><Relationship Type="http://schemas.openxmlformats.org/officeDocument/2006/relationships/notesSlide" Target="/ppt/notesSlides/notesSlide3.xml" Id="R0bdcde647dbb4e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4553a3f024501" /><Relationship Type="http://schemas.openxmlformats.org/officeDocument/2006/relationships/image" Target="/ppt/media/image3.png" Id="R66cfca1af6c749f8" /><Relationship Type="http://schemas.openxmlformats.org/officeDocument/2006/relationships/notesSlide" Target="/ppt/notesSlides/notesSlide4.xml" Id="Rf794935704eb40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d1d1ac2594c98" /><Relationship Type="http://schemas.openxmlformats.org/officeDocument/2006/relationships/image" Target="/ppt/media/image4.png" Id="R34fc4a70244844af" /><Relationship Type="http://schemas.openxmlformats.org/officeDocument/2006/relationships/notesSlide" Target="/ppt/notesSlides/notesSlide5.xml" Id="R4600960b255b41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b343d24f44155" /><Relationship Type="http://schemas.openxmlformats.org/officeDocument/2006/relationships/hyperlink" Target="https://github.com/Alias-z/agentic-researcher-psc" TargetMode="External" Id="Rd5fc1ac702664a7b" /><Relationship Type="http://schemas.openxmlformats.org/officeDocument/2006/relationships/notesSlide" Target="/ppt/notesSlides/notesSlide6.xml" Id="R9ffd5867ce7e4b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E6A7DD-3184-41BE-86FD-713A5DAE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Setup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E470D-8926-4CD7-92A2-C3978BBF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70E407-FD63-4D01-959A-80409A6E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Install and open these apps.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EFA0A-AECF-434A-B1DF-401C5621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7B06EA-26BB-488F-BE22-1ADC9120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4310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47477"/>
                </a:solidFill>
                <a:latin typeface="Arial"/>
                <a:ea typeface="Arial"/>
                <a:cs typeface="Arial"/>
                <a:hlinkClick xmlns:r="http://schemas.openxmlformats.org/officeDocument/2006/relationships" r:id="R325c2c606aff43e3"/>
              </a:rPr>
              <a:t>chatgpt.com/download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296831-75F9-4FAA-924A-1AA6FE42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0030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Open the desktop app, sign in, and select Codex.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93F30B-7720-4644-B065-CC1224F9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Google Chrome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A88E1-FA1A-4489-B6D2-F900DBA0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28975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47477"/>
                </a:solidFill>
                <a:latin typeface="Arial"/>
                <a:ea typeface="Arial"/>
                <a:cs typeface="Arial"/>
                <a:hlinkClick xmlns:r="http://schemas.openxmlformats.org/officeDocument/2006/relationships" r:id="R6a1c6ddcc1e3437a"/>
              </a:rPr>
              <a:t>google.com/chrome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0BC49-A8E1-4B99-A592-799FF039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8617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Install Chrome and open it once.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A6A032-01DA-4809-BF00-388DE2AB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Zotero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0B043-0E0C-4A43-9204-B36B2D69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1485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47477"/>
                </a:solidFill>
                <a:latin typeface="Arial"/>
                <a:ea typeface="Arial"/>
                <a:cs typeface="Arial"/>
                <a:hlinkClick xmlns:r="http://schemas.openxmlformats.org/officeDocument/2006/relationships" r:id="R94c8fd4a267844df"/>
              </a:rPr>
              <a:t>zotero.org/download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444B05-4C97-490F-8D8C-7446B3FF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7205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Open Zotero desktop.</a:t>
            </a:r>
          </a:p>
        </p:txBody>
      </p:sp>
    </p:spTree>
    <p:extLst>
      <p:ext uri="{BB962C8B-B14F-4D97-AF65-F5344CB8AC3E}">
        <p14:creationId xmlns:p14="http://schemas.microsoft.com/office/powerpoint/2010/main" val="18196705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9065C-CB27-4A81-9391-D2851C84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Be careful when giving AI</a:t>
            </a:r>
          </a:p>
          <a:p xmlns:a="http://schemas.openxmlformats.org/drawingml/2006/main">
            <a:pPr algn="l">
              <a:defRPr sz="30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access to your computer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0A9D7-F378-496D-919E-EFE247BA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F464D-5943-4DE7-B6C2-639816DC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61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Consider what information and files</a:t>
            </a:r>
          </a:p>
          <a:p xmlns:a="http://schemas.openxmlformats.org/drawingml/2006/main">
            <a:pPr algn="l">
              <a:defRPr sz="210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the AI can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2C83BB-1E93-475F-BE5C-B517532F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6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B9770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0">
                <a:solidFill>
                  <a:srgbClr val="B97700"/>
                </a:solidFill>
                <a:latin typeface="Arial Unicode MS"/>
                <a:ea typeface="Arial Unicode MS"/>
                <a:cs typeface="Arial Unicode MS"/>
              </a:rPr>
              <a:t>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43E95-E337-4916-AF63-24EFAB71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19450"/>
            <a:ext cx="523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Private information may be exposed,</a:t>
            </a:r>
          </a:p>
          <a:p xmlns:a="http://schemas.openxmlformats.org/drawingml/2006/main">
            <a:pPr algn="l">
              <a:defRPr sz="19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and files may be deleted by mistake.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89A0BF-0DCE-45F8-BBA6-AFB11E40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571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But don’t worry too much for this workshop.</a:t>
            </a:r>
          </a:p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We’ll only explore low-risk tasks here.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2ab6fc9fc4d72">
            <a:extLst>
              <a:ext uri="{96DAC541-7B7A-43D3-8B79-37D633B846F1}">
                <asvg:svgBlip xmlns:asvg="http://schemas.microsoft.com/office/drawing/2016/SVG/main" r:embed="R821d668af42c4c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5200650"/>
            <a:ext cx="247650" cy="24765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53b5aa210475d"/>
          <a:srcRect xmlns:a="http://schemas.openxmlformats.org/drawingml/2006/main" l="0" t="6081" r="0" b="28604"/>
          <a:stretch xmlns:a="http://schemas.openxmlformats.org/drawingml/2006/main"/>
        </p:blipFill>
        <p:spPr>
          <a:xfrm xmlns:a="http://schemas.openxmlformats.org/drawingml/2006/main">
            <a:off x="6762750" y="609600"/>
            <a:ext cx="4819650" cy="49917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22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DA347-7F0E-45AB-9FC3-A6934C98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Computer 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FE86C-0021-459B-ABF5-269CAABF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1CF620-D7D4-4FF0-8758-98D9F956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Settings, search "computer use", open Computer use, and turn on Any App.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f8081d9cd84db4"/>
          <a:stretch xmlns:a="http://schemas.openxmlformats.org/drawingml/2006/main"/>
        </p:blipFill>
        <p:spPr>
          <a:xfrm xmlns:a="http://schemas.openxmlformats.org/drawingml/2006/main">
            <a:off x="1195012" y="1581150"/>
            <a:ext cx="9801977" cy="471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356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DF113-6AB8-4D7B-B831-2A0632A0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Full CDP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B64DF-F1E2-45C8-A011-F792195F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1933D4-6CE2-40ED-895D-29C34C37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Settings, search "chrome" and turn on Enable full CDP access.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fca1af6c749f8"/>
          <a:stretch xmlns:a="http://schemas.openxmlformats.org/drawingml/2006/main"/>
        </p:blipFill>
        <p:spPr>
          <a:xfrm xmlns:a="http://schemas.openxmlformats.org/drawingml/2006/main">
            <a:off x="1675115" y="1485900"/>
            <a:ext cx="8841769" cy="4810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2802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24C525-E87A-4F4B-81C9-252F4F23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Zotero Connector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0A7441-2E21-46F7-ADB0-F9832D21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8724E5-94D0-4D13-B00B-B6D100A5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Codex’s browser, open Chrome Web Store and install Zotero Connector.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fc4a70244844af"/>
          <a:stretch xmlns:a="http://schemas.openxmlformats.org/drawingml/2006/main"/>
        </p:blipFill>
        <p:spPr>
          <a:xfrm xmlns:a="http://schemas.openxmlformats.org/drawingml/2006/main">
            <a:off x="609600" y="1657904"/>
            <a:ext cx="10972800" cy="456136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3375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8D6BA7-FE0E-445F-B721-5A053144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Skill installation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5919E-08B7-470D-9D01-96E069E6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D6F1D-2C2E-4C42-BECF-37225952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Codex, type @ and select skill-installer. Then paste: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1E24D2-28C0-4D6A-B932-7C57553F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320228-87DD-4C18-BDBC-656C31D6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5742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rPr>
              <a:t>Install skills/paper-search and skills/zotero-save from: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EFC21-1089-4F95-8CFD-456559D8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  <a:hlinkClick xmlns:r="http://schemas.openxmlformats.org/officeDocument/2006/relationships" r:id="Rd5fc1ac702664a7b"/>
              </a:rPr>
              <a:t>https://github.com/Alias-z/agentic-researcher-psc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13A7BB-76FC-4A53-8B80-527A2F87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2902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rPr>
              <a:t>If python3 is unavailable, use the Python executable from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5F6B8-3407-4145-9E74-0E14E9EA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2907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rPr>
              <a:t>load_workspace_dependencies for the installer.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4FBA50-7311-4A3B-BAB4-E69E0C8A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After installation, type @ to find paper-search and zotero-save.</a:t>
            </a:r>
          </a:p>
        </p:txBody>
      </p:sp>
    </p:spTree>
    <p:extLst>
      <p:ext uri="{BB962C8B-B14F-4D97-AF65-F5344CB8AC3E}">
        <p14:creationId xmlns:p14="http://schemas.microsoft.com/office/powerpoint/2010/main" val="15493338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2026-09-28T11:11:41.1790000Z</dcterms:created>
  <dcterms:modified xsi:type="dcterms:W3CDTF">2026-09-28T11:11:41.1790000Z</dcterms:modified>
</coreProperties>
</file>