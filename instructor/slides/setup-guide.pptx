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7f59dbb04482e" /><Relationship Type="http://schemas.openxmlformats.org/officeDocument/2006/relationships/extended-properties" Target="/docProps/app.xml" Id="R513774ee17c84187" /><Relationship Type="http://schemas.openxmlformats.org/officeDocument/2006/relationships/officeDocument" Target="/ppt/presentation.xml" Id="R2cac44e4f7f34e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ea7e9663744c25"/>
  </p:sldMasterIdLst>
  <p:notesMasterIdLst>
    <p:notesMasterId xmlns:r="http://schemas.openxmlformats.org/officeDocument/2006/relationships" r:id="Rc393efa7404046be"/>
  </p:notesMasterIdLst>
  <p:sldIdLst>
    <p:sldId xmlns:r="http://schemas.openxmlformats.org/officeDocument/2006/relationships" id="256" r:id="Re75a54cff5b146ec"/>
    <p:sldId xmlns:r="http://schemas.openxmlformats.org/officeDocument/2006/relationships" id="257" r:id="R0473a9edafba4b99"/>
    <p:sldId xmlns:r="http://schemas.openxmlformats.org/officeDocument/2006/relationships" id="258" r:id="R8ca9eada82d041f1"/>
    <p:sldId xmlns:r="http://schemas.openxmlformats.org/officeDocument/2006/relationships" id="259" r:id="Re05ba07ed5f441b7"/>
    <p:sldId xmlns:r="http://schemas.openxmlformats.org/officeDocument/2006/relationships" id="260" r:id="R72054d61978e4e9c"/>
    <p:sldId xmlns:r="http://schemas.openxmlformats.org/officeDocument/2006/relationships" id="261" r:id="R6996b0afb4754c6d"/>
    <p:sldId xmlns:r="http://schemas.openxmlformats.org/officeDocument/2006/relationships" id="262" r:id="Rcc2d807de4c64ad1"/>
    <p:sldId xmlns:r="http://schemas.openxmlformats.org/officeDocument/2006/relationships" id="263" r:id="R700d676d0a62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b7896864344353" /><Relationship Type="http://schemas.openxmlformats.org/officeDocument/2006/relationships/slideMaster" Target="/ppt/slideMasters/slideMaster1.xml" Id="R67ea7e9663744c25" /><Relationship Type="http://schemas.openxmlformats.org/officeDocument/2006/relationships/notesMaster" Target="/ppt/notesMasters/notesMaster1.xml" Id="Rc393efa7404046be" /><Relationship Type="http://schemas.openxmlformats.org/officeDocument/2006/relationships/presProps" Target="/ppt/presProps.xml" Id="R2710e7b3e4e94a9b" /><Relationship Type="http://schemas.openxmlformats.org/officeDocument/2006/relationships/tableStyles" Target="/ppt/tableStyles.xml" Id="R70a3fe0b133f4948" /><Relationship Type="http://schemas.openxmlformats.org/officeDocument/2006/relationships/slide" Target="/ppt/slides/slide1.xml" Id="Re75a54cff5b146ec" /><Relationship Type="http://schemas.openxmlformats.org/officeDocument/2006/relationships/slide" Target="/ppt/slides/slide2.xml" Id="R0473a9edafba4b99" /><Relationship Type="http://schemas.openxmlformats.org/officeDocument/2006/relationships/slide" Target="/ppt/slides/slide3.xml" Id="R8ca9eada82d041f1" /><Relationship Type="http://schemas.openxmlformats.org/officeDocument/2006/relationships/slide" Target="/ppt/slides/slide4.xml" Id="Re05ba07ed5f441b7" /><Relationship Type="http://schemas.openxmlformats.org/officeDocument/2006/relationships/slide" Target="/ppt/slides/slide5.xml" Id="R72054d61978e4e9c" /><Relationship Type="http://schemas.openxmlformats.org/officeDocument/2006/relationships/slide" Target="/ppt/slides/slide6.xml" Id="R6996b0afb4754c6d" /><Relationship Type="http://schemas.openxmlformats.org/officeDocument/2006/relationships/slide" Target="/ppt/slides/slide7.xml" Id="Rcc2d807de4c64ad1" /><Relationship Type="http://schemas.openxmlformats.org/officeDocument/2006/relationships/slide" Target="/ppt/slides/slide8.xml" Id="R700d676d0a62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2176ab4bd046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b063d069044ab" /><Relationship Type="http://schemas.openxmlformats.org/officeDocument/2006/relationships/notesMaster" Target="/ppt/notesMasters/notesMaster1.xml" Id="Rc0458eac430142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60a6dda7654f12" /><Relationship Type="http://schemas.openxmlformats.org/officeDocument/2006/relationships/notesMaster" Target="/ppt/notesMasters/notesMaster1.xml" Id="Rda97e8dc855b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cece4f09445bc" /><Relationship Type="http://schemas.openxmlformats.org/officeDocument/2006/relationships/notesMaster" Target="/ppt/notesMasters/notesMaster1.xml" Id="R9320edd8b02542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12f632751344cf" /><Relationship Type="http://schemas.openxmlformats.org/officeDocument/2006/relationships/notesMaster" Target="/ppt/notesMasters/notesMaster1.xml" Id="R631e7b14191746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8381cc1d924b4b" /><Relationship Type="http://schemas.openxmlformats.org/officeDocument/2006/relationships/notesMaster" Target="/ppt/notesMasters/notesMaster1.xml" Id="Rf7879f15b72645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37bb7f2d749fb" /><Relationship Type="http://schemas.openxmlformats.org/officeDocument/2006/relationships/notesMaster" Target="/ppt/notesMasters/notesMaster1.xml" Id="R60f2522237c1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bcc15219cb48a4" /><Relationship Type="http://schemas.openxmlformats.org/officeDocument/2006/relationships/notesMaster" Target="/ppt/notesMasters/notesMaster1.xml" Id="Rcc8fb1552d904b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ade9113a754fee" /><Relationship Type="http://schemas.openxmlformats.org/officeDocument/2006/relationships/notesMaster" Target="/ppt/notesMasters/notesMaster1.xml" Id="Rb40a1770b47942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workshop/00-start-here.md. App download links appear on the slide. Current desktop app setup: https://learn.chatgpt.com/docs/quickstart.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https://learn.chatgpt.com/docs/computer-use and https://learn.chatgpt.com/docs/browser#developer-mode. Incident: Sebastien Guillemot, 26 August 2026, https://x.com/SebastienGllmt/status/2092634841863123047. Original X post read in the Codex built-in browser on 28 September 2026. This is the author's report of home-directory deletion during a Claude/Fable coding task. The thread also describes recovering files from Git and other copies. Do not characterize it as a verified whole-disk wipe or a failure of browser CDP. Full CDP and command Full Access are separate permissions. Screenshot includes the complete original post, attachment, timestamp and reactions; browser navigation and replies are outside the slide crop. Smiling emoji: Twemoji by Twitter and contributors, CC BY 4.0, https://github.com/twitter/twemoji.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workshop/00-start-here.md. Screenshot: workshop/assets/codex-computer-use-marked-2026-09-23.png. The instructions describe the settings shown in the teaching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workshop/00-start-here.md. Screenshot: workshop/assets/codex-chrome-cdp-marked-2026-09-23.png.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workshop/00-start-here.md. Screenshot: workshop/assets/codex-zotero-connector-installed-marked-2026-09-23.png. Extension: https://chromewebstore.google.com/detail/zotero-connector/ekhagklcjbdpajgpjgmbionohlpdbjgc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supplied by the instructor: Screenshot 2026-09-28 at 18.00.10.png. Source: https://www.zotero.org/support/dev/web_api/v3/local_api. The original screenshot is preserved; the SVG adds red outlines and crops unrelated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workshop/00-start-here.md. Repository: https://github.com/Alias-z/agentic-researcher-psc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supplied by the instructor: Screenshot 2026-09-28 at 19.08.39.png. Plugin installation: https://learn.chatgpt.com/docs/plugins. Reading and citation capabilities were checked against the installed Zotero 0.1.2 skill and helper. The plugin reads indexed attachment text; it does not replace our publisher Connector/PDF save workflow. The original screenshot is preserved; the SVG adds red outlines and crops the recent chat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aeb1335af48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255779f8140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7d3c159ff4b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df03113e04d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0da1fd3164c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5c7baa18f44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2C36B7-AF5C-4A9B-9C3A-6DEEFD7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7D8A81-8970-43C4-A0A9-85F335AB6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3FC80FC-D146-4EF2-A33B-547AF81480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68B1544-AA7C-4EA0-A9D9-978C8EC9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2848-676D-4DF0-88F1-2446A3417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3C18A9-19A0-4D7F-8DC5-A520FE3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0DFA36-855B-49FD-9900-2279CB258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C987463-31CA-48D1-9615-E71CC5AFC6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1887C7-6AB2-4DBC-B422-00412D0E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F7817-2D04-48CE-B005-AB8D637C1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F1AA6-A3B2-4735-B76C-27B4154C2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0F9D44-7415-48D4-87AA-14132E5ADD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8651FAA-1B59-4F92-A742-91D1238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188AAA-157D-4F55-9345-68738F20D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3B5FA3-ADDA-4CAD-98F1-331D5CEAC4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7572274a3f402a" /><Relationship Type="http://schemas.openxmlformats.org/officeDocument/2006/relationships/slideLayout" Target="/ppt/slideLayouts/slideLayout1.xml" Id="Rae4e7b42a3144ce3" /><Relationship Type="http://schemas.openxmlformats.org/officeDocument/2006/relationships/slideLayout" Target="/ppt/slideLayouts/slideLayout2.xml" Id="R9d7c8b58021b4b3d" /><Relationship Type="http://schemas.openxmlformats.org/officeDocument/2006/relationships/slideLayout" Target="/ppt/slideLayouts/slideLayout3.xml" Id="Rb82fbcc02f744429" /><Relationship Type="http://schemas.openxmlformats.org/officeDocument/2006/relationships/slideLayout" Target="/ppt/slideLayouts/slideLayout4.xml" Id="Rd7324638c22a404b" /><Relationship Type="http://schemas.openxmlformats.org/officeDocument/2006/relationships/slideLayout" Target="/ppt/slideLayouts/slideLayout5.xml" Id="R2e7fbcecd1114b18" /><Relationship Type="http://schemas.openxmlformats.org/officeDocument/2006/relationships/slideLayout" Target="/ppt/slideLayouts/slideLayout6.xml" Id="R5b7967cc867848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4e7b42a3144ce3"/>
    <p:sldLayoutId xmlns:r="http://schemas.openxmlformats.org/officeDocument/2006/relationships" id="2147483650" r:id="R9d7c8b58021b4b3d"/>
    <p:sldLayoutId xmlns:r="http://schemas.openxmlformats.org/officeDocument/2006/relationships" id="2147483651" r:id="Rb82fbcc02f744429"/>
    <p:sldLayoutId xmlns:r="http://schemas.openxmlformats.org/officeDocument/2006/relationships" id="2147483652" r:id="Rd7324638c22a404b"/>
    <p:sldLayoutId xmlns:r="http://schemas.openxmlformats.org/officeDocument/2006/relationships" id="2147483653" r:id="R2e7fbcecd1114b18"/>
    <p:sldLayoutId xmlns:r="http://schemas.openxmlformats.org/officeDocument/2006/relationships" id="2147483654" r:id="R5b7967cc867848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f7b9837ab4f94" /><Relationship Type="http://schemas.openxmlformats.org/officeDocument/2006/relationships/hyperlink" Target="https://chatgpt.com/download/" TargetMode="External" Id="Rcb3b22bee98d4a68" /><Relationship Type="http://schemas.openxmlformats.org/officeDocument/2006/relationships/hyperlink" Target="https://www.google.com/chrome/" TargetMode="External" Id="R961b7b4b2e0b450d" /><Relationship Type="http://schemas.openxmlformats.org/officeDocument/2006/relationships/hyperlink" Target="https://www.zotero.org/download/" TargetMode="External" Id="R6e15a089dc0c40b5" /><Relationship Type="http://schemas.openxmlformats.org/officeDocument/2006/relationships/notesSlide" Target="/ppt/notesSlides/notesSlide1.xml" Id="R8a313e9dd91c48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a1f0b4e6d40a9" /><Relationship Type="http://schemas.openxmlformats.org/officeDocument/2006/relationships/image" Target="/ppt/media/image.png" Id="R8eb2626d575348c3" /><Relationship Type="http://schemas.openxmlformats.org/officeDocument/2006/relationships/image" Target="/ppt/media/image.svg" Id="R9a3162ee57314f5e" /><Relationship Type="http://schemas.openxmlformats.org/officeDocument/2006/relationships/image" Target="/ppt/media/image.jpeg" Id="R38c2f7f61b7e4292" /><Relationship Type="http://schemas.openxmlformats.org/officeDocument/2006/relationships/notesSlide" Target="/ppt/notesSlides/notesSlide2.xml" Id="R764cfe75add742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535dd71154815" /><Relationship Type="http://schemas.openxmlformats.org/officeDocument/2006/relationships/image" Target="/ppt/media/image2.png" Id="R5223b735eafc46e7" /><Relationship Type="http://schemas.openxmlformats.org/officeDocument/2006/relationships/notesSlide" Target="/ppt/notesSlides/notesSlide3.xml" Id="R3f59d5787af64c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57e5683584a52" /><Relationship Type="http://schemas.openxmlformats.org/officeDocument/2006/relationships/image" Target="/ppt/media/image3.png" Id="R91c0bba1dc944622" /><Relationship Type="http://schemas.openxmlformats.org/officeDocument/2006/relationships/notesSlide" Target="/ppt/notesSlides/notesSlide4.xml" Id="Rd2f9a80c013c48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346f52298473d" /><Relationship Type="http://schemas.openxmlformats.org/officeDocument/2006/relationships/image" Target="/ppt/media/image4.png" Id="Rf57f637aaec94605" /><Relationship Type="http://schemas.openxmlformats.org/officeDocument/2006/relationships/notesSlide" Target="/ppt/notesSlides/notesSlide5.xml" Id="Rd8b316ab9d0e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00a61c9ff4e05" /><Relationship Type="http://schemas.openxmlformats.org/officeDocument/2006/relationships/image" Target="/ppt/media/image5.png" Id="R99d92f1f63194144" /><Relationship Type="http://schemas.openxmlformats.org/officeDocument/2006/relationships/image" Target="/ppt/media/image2.svg" Id="R8c557e7085164916" /><Relationship Type="http://schemas.openxmlformats.org/officeDocument/2006/relationships/notesSlide" Target="/ppt/notesSlides/notesSlide6.xml" Id="R3593045e89cf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934993d1043f6" /><Relationship Type="http://schemas.openxmlformats.org/officeDocument/2006/relationships/hyperlink" Target="https://github.com/Alias-z/agentic-researcher-psc" TargetMode="External" Id="Re49cd519556a4d94" /><Relationship Type="http://schemas.openxmlformats.org/officeDocument/2006/relationships/notesSlide" Target="/ppt/notesSlides/notesSlide7.xml" Id="R48a300efb0cb46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6846c88954223" /><Relationship Type="http://schemas.openxmlformats.org/officeDocument/2006/relationships/image" Target="/ppt/media/image6.png" Id="Rea6416b8b9fe4ac9" /><Relationship Type="http://schemas.openxmlformats.org/officeDocument/2006/relationships/image" Target="/ppt/media/image3.svg" Id="R179d0d545753495e" /><Relationship Type="http://schemas.openxmlformats.org/officeDocument/2006/relationships/notesSlide" Target="/ppt/notesSlides/notesSlide8.xml" Id="Rce6da40b151143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BAC86-D50F-4CA4-86FF-A35534D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5273E-DA74-4253-9895-5D3707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73BE1-8D65-4986-A58A-C3835DE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Install and open these apps.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8D267-6AF2-4712-8058-172AE094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31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FF2F1-A88F-4266-B354-F7179D3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431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7477"/>
                </a:solidFill>
                <a:latin typeface="Arial"/>
                <a:ea typeface="Arial"/>
                <a:cs typeface="Arial"/>
                <a:hlinkClick xmlns:r="http://schemas.openxmlformats.org/officeDocument/2006/relationships" r:id="Rcb3b22bee98d4a68"/>
              </a:rPr>
              <a:t>chatgpt.com/download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BE92-9AA3-4493-9BF5-81359BBB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Open the desktop app, sign in, and select Codex.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F2B0B-614C-4737-90B9-430FD69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31"/>
                </a:solidFill>
                <a:latin typeface="Arial"/>
                <a:ea typeface="Arial"/>
                <a:cs typeface="Arial"/>
              </a:rPr>
              <a:t>Google Chrome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B1BF5-100E-417D-8370-F07C894F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28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7477"/>
                </a:solidFill>
                <a:latin typeface="Arial"/>
                <a:ea typeface="Arial"/>
                <a:cs typeface="Arial"/>
                <a:hlinkClick xmlns:r="http://schemas.openxmlformats.org/officeDocument/2006/relationships" r:id="R961b7b4b2e0b450d"/>
              </a:rPr>
              <a:t>google.com/chrome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68C47-59CC-4B12-8438-B158D9A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Install Chrome and open it once.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9ED39-55E2-467B-A748-C3707C7C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31"/>
                </a:solidFill>
                <a:latin typeface="Arial"/>
                <a:ea typeface="Arial"/>
                <a:cs typeface="Arial"/>
              </a:rPr>
              <a:t>Zotero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6D91E-A8D5-408F-9D50-1E1A534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14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7477"/>
                </a:solidFill>
                <a:latin typeface="Arial"/>
                <a:ea typeface="Arial"/>
                <a:cs typeface="Arial"/>
                <a:hlinkClick xmlns:r="http://schemas.openxmlformats.org/officeDocument/2006/relationships" r:id="R6e15a089dc0c40b5"/>
              </a:rPr>
              <a:t>zotero.org/download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65864-BF8A-4D3C-ABC9-A307DACB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Open Zotero desktop.</a:t>
            </a:r>
          </a:p>
        </p:txBody>
      </p:sp>
    </p:spTree>
    <p:extLst>
      <p:ext uri="{BB962C8B-B14F-4D97-AF65-F5344CB8AC3E}">
        <p14:creationId xmlns:p14="http://schemas.microsoft.com/office/powerpoint/2010/main" val="938461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04EAA-88DE-432B-A050-1DD5AC1B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Be careful when giving AI</a:t>
            </a:r>
          </a:p>
          <a:p xmlns:a="http://schemas.openxmlformats.org/drawingml/2006/main">
            <a:pPr algn="l">
              <a:defRPr sz="30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access to your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5E284-534D-4B05-A65E-9DCCC39A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B0948-BB2E-429B-A299-B67EF4AB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Consider what information and files</a:t>
            </a:r>
          </a:p>
          <a:p xmlns:a="http://schemas.openxmlformats.org/drawingml/2006/main">
            <a:pPr algn="l">
              <a:defRPr sz="2100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the AI can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181D8-05A4-4B16-B641-9E56C503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977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97700"/>
                </a:solidFill>
                <a:latin typeface="Arial Unicode MS"/>
                <a:ea typeface="Arial Unicode MS"/>
                <a:cs typeface="Arial Unicode MS"/>
              </a:rPr>
              <a:t>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CC068-1B39-46CE-885B-2A239CB1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31"/>
                </a:solidFill>
                <a:latin typeface="Arial"/>
                <a:ea typeface="Arial"/>
                <a:cs typeface="Arial"/>
              </a:rPr>
              <a:t>Private information may be exposed,</a:t>
            </a:r>
          </a:p>
          <a:p xmlns:a="http://schemas.openxmlformats.org/drawingml/2006/main">
            <a:pPr algn="l">
              <a:defRPr sz="1950" b="1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31"/>
                </a:solidFill>
                <a:latin typeface="Arial"/>
                <a:ea typeface="Arial"/>
                <a:cs typeface="Arial"/>
              </a:rPr>
              <a:t>and files may be deleted by mistake.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867AA-BD81-4712-9871-62DFD6A5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But don’t worry too much for this workshop.</a:t>
            </a:r>
          </a:p>
          <a:p xmlns:a="http://schemas.openxmlformats.org/drawingml/2006/main">
            <a:pPr algn="l">
              <a:defRPr sz="1950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We’ll only explore low-risk tasks here.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2626d575348c3">
            <a:extLst>
              <a:ext uri="{96DAC541-7B7A-43D3-8B79-37D633B846F1}">
                <asvg:svgBlip xmlns:asvg="http://schemas.microsoft.com/office/drawing/2016/SVG/main" r:embed="R9a3162ee57314f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0600" y="520065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2f7f61b7e4292"/>
          <a:srcRect xmlns:a="http://schemas.openxmlformats.org/drawingml/2006/main" l="0" t="6081" r="0" b="28604"/>
          <a:stretch xmlns:a="http://schemas.openxmlformats.org/drawingml/2006/main"/>
        </p:blipFill>
        <p:spPr>
          <a:xfrm xmlns:a="http://schemas.openxmlformats.org/drawingml/2006/main">
            <a:off x="6762750" y="609600"/>
            <a:ext cx="4819650" cy="49917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22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ED945-9C34-4B20-AF46-87406FA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Computer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9EBCE-0ADA-47F5-B6C6-2C08EFCA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29971-CE25-4B64-A104-C46EED66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 Settings, search "computer use", open Computer use, and turn on Any App.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3b735eafc46e7"/>
          <a:stretch xmlns:a="http://schemas.openxmlformats.org/drawingml/2006/main"/>
        </p:blipFill>
        <p:spPr>
          <a:xfrm xmlns:a="http://schemas.openxmlformats.org/drawingml/2006/main">
            <a:off x="1195012" y="1581150"/>
            <a:ext cx="9801977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5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6DDF9-2CB3-4BAE-BC8C-81BA548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Full CDP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79615-EB02-4FAD-9698-B8FDA0F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AC7D9-32D1-425B-B0FD-E735E35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 Settings, search "chrome" and turn on Enable full CDP access.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0bba1dc944622"/>
          <a:stretch xmlns:a="http://schemas.openxmlformats.org/drawingml/2006/main"/>
        </p:blipFill>
        <p:spPr>
          <a:xfrm xmlns:a="http://schemas.openxmlformats.org/drawingml/2006/main">
            <a:off x="1675115" y="1485900"/>
            <a:ext cx="8841769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20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BCDDD-091A-4185-86F5-1364FAA9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Zotero Connector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618C2-8B01-4C42-AF50-34CA2CC3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97DC3-C13C-454C-8C64-EA8E86D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 Codex’s browser, open Chrome Web Store and install Zotero Connector.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f637aaec94605"/>
          <a:stretch xmlns:a="http://schemas.openxmlformats.org/drawingml/2006/main"/>
        </p:blipFill>
        <p:spPr>
          <a:xfrm xmlns:a="http://schemas.openxmlformats.org/drawingml/2006/main">
            <a:off x="609600" y="1657904"/>
            <a:ext cx="10972800" cy="45613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30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B929-8FBC-4124-B5DB-557EF3B6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Zotero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FF6B6-7032-44CC-8906-8238FA7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1DF77-AC87-4F69-920D-2AF95A4F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 Zotero Settings → Advanced, enable the highlighted option.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92f1f63194144">
            <a:extLst>
              <a:ext uri="{96DAC541-7B7A-43D3-8B79-37D633B846F1}">
                <asvg:svgBlip xmlns:asvg="http://schemas.microsoft.com/office/drawing/2016/SVG/main" r:embed="R8c557e70851649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668292"/>
            <a:ext cx="10972800" cy="39214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72772-17B7-4491-B947-78D32E1B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Keep Zotero desktop open so Codex can check your library and read saved text.</a:t>
            </a:r>
          </a:p>
        </p:txBody>
      </p:sp>
    </p:spTree>
    <p:extLst>
      <p:ext uri="{BB962C8B-B14F-4D97-AF65-F5344CB8AC3E}">
        <p14:creationId xmlns:p14="http://schemas.microsoft.com/office/powerpoint/2010/main" val="1125414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F367-3184-4418-9F75-11C633A9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Skill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A159B-3CA1-47F9-9C4A-43213354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ACC5C-4D93-4448-B1DE-A9C37EC6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 Codex, type @ and select skill-installer. Then paste: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65317-4307-4CCF-9F8A-D4527E67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9AB8A-7110-4AD0-939A-0A3A78AF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rPr>
              <a:t>Install skills/paper-search and skills/zotero-save from: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B719E-BB46-4BE5-96B3-0BAE68C1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  <a:hlinkClick xmlns:r="http://schemas.openxmlformats.org/officeDocument/2006/relationships" r:id="Re49cd519556a4d94"/>
              </a:rPr>
              <a:t>https://github.com/Alias-z/agentic-researcher-psc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9A9F3-F6F3-4F4A-BFAA-6869697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rPr>
              <a:t>If python3 is unavailable, use the Python executable from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ABF89-CB51-40F0-B399-28FB9640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72C31"/>
                </a:solidFill>
                <a:latin typeface="Courier New"/>
                <a:ea typeface="Courier New"/>
                <a:cs typeface="Courier New"/>
              </a:rPr>
              <a:t>load_workspace_dependencies for the installer.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78D26-AA45-463C-B2E5-A34B9350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To use a skill later, type @ and select paper-search or zotero-save.</a:t>
            </a:r>
          </a:p>
        </p:txBody>
      </p:sp>
    </p:spTree>
    <p:extLst>
      <p:ext uri="{BB962C8B-B14F-4D97-AF65-F5344CB8AC3E}">
        <p14:creationId xmlns:p14="http://schemas.microsoft.com/office/powerpoint/2010/main" val="1187832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08B76-601B-474F-807F-A0BE4155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4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477"/>
                </a:solidFill>
                <a:latin typeface="Arial"/>
                <a:ea typeface="Arial"/>
                <a:cs typeface="Arial"/>
              </a:rPr>
              <a:t>Zotero plugin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0C09-0B9A-4851-B90A-0D66000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E4424-F79A-4E88-94BF-A25EBB0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In Codex Plugins, search "zotero" and install Zotero for use in later chats.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16b8b9fe4ac9">
            <a:extLst>
              <a:ext uri="{96DAC541-7B7A-43D3-8B79-37D633B846F1}">
                <asvg:svgBlip xmlns:asvg="http://schemas.microsoft.com/office/drawing/2016/SVG/main" r:embed="R179d0d54575349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722680"/>
            <a:ext cx="10972800" cy="334596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3BC82-9D62-414C-A473-CA98FCCC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paper-search finds papers; zotero-save saves selected papers and available PDFs.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D4B31-A9DB-4749-91A3-433CA4E0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1"/>
                </a:solidFill>
                <a:latin typeface="Arial"/>
                <a:ea typeface="Arial"/>
                <a:cs typeface="Arial"/>
              </a:rPr>
              <a:t>The Zotero plugin reads their indexed text and helps with citations.</a:t>
            </a:r>
          </a:p>
        </p:txBody>
      </p:sp>
    </p:spTree>
    <p:extLst>
      <p:ext uri="{BB962C8B-B14F-4D97-AF65-F5344CB8AC3E}">
        <p14:creationId xmlns:p14="http://schemas.microsoft.com/office/powerpoint/2010/main" val="703869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2026-09-28T17:24:42.3140000Z</dcterms:created>
  <dcterms:modified xsi:type="dcterms:W3CDTF">2026-09-28T17:24:42.3140000Z</dcterms:modified>
</coreProperties>
</file>